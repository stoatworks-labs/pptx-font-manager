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28A1-55A1-2BF4-8E66-F8EC3CA9B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49C33-7DB2-C521-B8D3-E55257C55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D4C1-417B-7996-37CC-F1D50DD5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CB2BF-BE0A-AAB0-B67E-F6DDD001E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4AE8-16BA-9340-30DF-CA3486EE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23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07D4-86ED-7AA6-2D08-BFE72840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B5156-218C-6493-4CD0-E0EAFEF5C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58D47-6F24-CB8E-D06F-8B6663CE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452E6-4F08-A411-D724-1AC3D1F3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0B823-F5E0-B71B-19BA-E2177F58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2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3709-1419-04DD-7B51-63E9B1B8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EB8FE-8590-16D0-EA3F-6864DFABA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4169E-DFC3-F6B6-E4C5-50655C2E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9F332-ECBE-0B54-47A1-CE3C05B0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8BC3C-02F5-37FF-4168-ACF2148F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0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5E48-F00F-C726-4DDB-CF961004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65AD-2F1A-8CA9-6A8C-F044DF587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4A083-D3E5-0A0A-68B1-59ACD8B48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B2CD6-455D-D752-EAA7-57D94CBFD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A2EFD-9BCA-B6C7-BE36-7F6A824B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5A2C5-A0FC-04DD-F889-546B23B2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3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4F77-764F-396B-7AF4-F8014ECBC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5BF39-BF13-6167-1290-8F3ACDC4B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812CD-CB8E-FF2F-E8EB-B3537F0C9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98DA4-7F57-71AA-12F8-A0A4F9766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569C-4D3C-02F8-CC1C-1663A8176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4F627-C406-0377-A0AA-016A25DE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7631B-0546-F69A-FDD8-70D0D2E0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FBFB7-3177-E710-99E6-9B1FADDD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9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7369-78AB-40A5-4D2F-8A8379A2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0BAF2-50E1-B4EA-62B5-96078463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945D1-13F7-5911-8005-16BAC90A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527EE-E4BE-6A35-D13F-C58A2BCE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9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08B0D-412A-AE5B-D0E5-CCB822A1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956D6-3538-3B34-4EBE-DA12ADB8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C5602-C44C-4B27-B127-6CF078FD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2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99AB-0A92-0E19-B848-CF15CDCB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3E1F6-B057-2D21-A06B-D08D3DDB3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53539-1963-E739-2F63-7BE69C9B5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35FC3-E81B-64B6-A459-B17E05EB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FC097-1BD4-7444-43DD-9B6590F3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D25B9-51A3-8D37-0E6C-9CC1DCC0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7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B6F1-635D-4428-0406-3684B517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2CB75F-2EA8-7C4D-880E-1500EFAB1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A8C7-D589-31E1-4E64-1C207FD4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C84DD-8B02-DEDB-7485-5B1E85B9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DFA85-399E-1C5F-EA5C-B8AA4700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33909-A3FF-100F-ECBA-46150E34F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53A3-8442-F723-275F-479D19DB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7B389-36C4-99F9-B8EC-63181EE8E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ED882-D167-0118-AF9D-9E603662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C645F-4DF6-22FB-C19D-B7EFA367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40DE8-FB56-1FCA-CF07-08625378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4C5A3-3C5F-2B5A-86AB-0444D7160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D33B5-5388-C184-1EC9-E1501B9E4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14097-C0B5-5624-7A30-F76F715C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17C2D-26D8-9538-38DB-8ADC44F6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7D47D-7A13-1D1B-128B-B44AEC5D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7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51268-9108-EC76-B416-68C051EB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248E2-3382-4075-054B-29E220729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AE5F-6C2F-B55F-B5CD-D6C4C9CB3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D7CA0-629C-F541-BBE6-9DDBD03B1696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9056-EF57-A829-D344-A17C723EB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22631-C8EF-48D5-4608-37E0AE138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CD9D2-CFCD-2446-8EA5-D05445141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3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aqz-KE-bpKQ?feature=oembe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qz-KE-bpKQ?start=95&amp;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B78E-6381-A396-91F3-80E7E2266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93828-1012-38D1-96CF-538DA16B2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edia 3" descr="Big Buck Bunny 60fps 4K - Official Blender Foundation Short Film">
            <a:hlinkClick r:id="" action="ppaction://media"/>
            <a:extLst>
              <a:ext uri="{FF2B5EF4-FFF2-40B4-BE49-F238E27FC236}">
                <a16:creationId xmlns:a16="http://schemas.microsoft.com/office/drawing/2014/main" id="{DD511FBD-BBDE-E245-6410-4B1065AEB6B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26000" y="2711450"/>
            <a:ext cx="25400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6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40AD-42AA-AF67-CA35-A9CB8367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edia 3" descr="Big Buck Bunny 60fps 4K - Official Blender Foundation Short Film">
            <a:hlinkClick r:id="" action="ppaction://media"/>
            <a:extLst>
              <a:ext uri="{FF2B5EF4-FFF2-40B4-BE49-F238E27FC236}">
                <a16:creationId xmlns:a16="http://schemas.microsoft.com/office/drawing/2014/main" id="{C440EB2B-5002-BA60-A106-DD6E0411DD8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40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sargeant</dc:creator>
  <cp:lastModifiedBy>allan sargeant</cp:lastModifiedBy>
  <cp:revision>1</cp:revision>
  <dcterms:created xsi:type="dcterms:W3CDTF">2026-10-24T14:30:16Z</dcterms:created>
  <dcterms:modified xsi:type="dcterms:W3CDTF">2026-10-24T14:31:15Z</dcterms:modified>
</cp:coreProperties>
</file>