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h"/>
          <p:cNvSpPr/>
          <p:nvPr/>
        </p:nvSpPr>
        <p:spPr/>
        <p:txBody>
          <a:bodyPr/>
          <a:lstStyle/>
          <a:p>
            <a:r>
              <a:rPr lang="en-GB">
                <a:latin typeface="Lato"/>
                <a:cs typeface="Lato"/>
              </a:rPr>
              <a:t>Layout</a:t>
            </a:r>
          </a:p>
        </p:txBody>
      </p:sp>
    </p:spTree>
  </p:cSld>
</p:sld>
</file>

<file path=ppt/slideLayouts/slideLayout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h"/>
          <p:cNvSpPr/>
          <p:nvPr/>
        </p:nvSpPr>
        <p:spPr/>
        <p:txBody>
          <a:bodyPr/>
          <a:lstStyle/>
          <a:p>
            <a:r>
              <a:rPr lang="en-GB">
                <a:latin typeface="Courier New"/>
                <a:cs typeface="Courier New"/>
              </a:rPr>
              <a:t>Unused</a:t>
            </a:r>
          </a:p>
        </p:txBody>
      </p:sp>
    </p:spTree>
  </p:cSld>
</p:sld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h"/>
          <p:cNvSpPr/>
          <p:nvPr/>
        </p:nvSpPr>
        <p:spPr/>
        <p:txBody>
          <a:bodyPr/>
          <a:lstStyle/>
          <a:p>
            <a:r>
              <a:rPr lang="en-GB">
                <a:latin typeface="Bebas Neue"/>
                <a:cs typeface="Bebas Neue"/>
              </a:rPr>
              <a:t>Master</a:t>
            </a:r>
          </a:p>
        </p:txBody>
      </p:sp>
    </p:spTree>
  </p:cSld>
</p:sld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GB">
                <a:latin typeface="Lobster"/>
                <a:cs typeface="Lobster"/>
              </a:rPr>
              <a:t>Heading</a:t>
            </a:r>
          </a:p>
        </p:txBody>
      </p:sp>
      <p:sp>
        <p:nvSpPr>
          <p:cNvPr id="3" name="Sub"/>
          <p:cNvSpPr/>
          <p:nvPr/>
        </p:nvSpPr>
        <p:spPr/>
        <p:txBody>
          <a:bodyPr/>
          <a:lstStyle/>
          <a:p>
            <a:r>
              <a:rPr lang="en-GB">
                <a:latin typeface="Lobster Two Bold"/>
                <a:cs typeface="Lobster Two Bold"/>
              </a:rPr>
              <a:t>Subtitle</a:t>
            </a:r>
          </a:p>
        </p:txBody>
      </p:sp>
      <p:sp>
        <p:nvSpPr>
          <p:cNvPr id="4" name="Body"/>
          <p:cNvSpPr/>
          <p:nvPr/>
        </p:nvSpPr>
        <p:spPr/>
        <p:txBody>
          <a:bodyPr/>
          <a:lstStyle/>
          <a:p>
            <a:r>
              <a:rPr lang="en-GB">
                <a:latin typeface="+mn-lt"/>
              </a:rPr>
              <a:t>Inherited body text</a:t>
            </a:r>
          </a:p>
        </p:txBody>
      </p:sp>
    </p:spTree>
  </p:cSld>
</p:sld>
</file>

<file path=ppt/theme/theme1.xml><?xml version="1.0" encoding="utf-8"?>
<a:theme xmlns:a="http://schemas.openxmlformats.org/drawingml/2006/main" name="Test">
  <a:themeElements>
    <a:fontScheme name="Test">
      <a:majorFont>
        <a:latin typeface="Bebas Neue"/>
        <a:ea typeface=""/>
        <a:cs typeface=""/>
        <a:font script="Jpan" typeface="Yu Gothic"/>
        <a:font script="Hang" typeface="Malgun Gothic"/>
        <a:font script="Hans" typeface="DengXian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ato"/>
        <a:ea typeface=""/>
        <a:cs typeface=""/>
        <a:font script="Jpan" typeface="Yu Gothic"/>
        <a:font script="Hang" typeface="Malgun Gothic"/>
        <a:font script="Hans" typeface="DengXian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</a:themeElements>
</a:theme>
</file>