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mp4" ContentType="video/mp4"/>
  <Default Extension="mov" ContentType="video/quicktime"/>
  <Default Extension="wmv" ContentType="video/x-ms-wmv"/>
  <Default Extension="mp3" ContentType="audio/mpeg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4"/>
    <p:sldId id="257" r:id="rId2"/>
    <p:sldId id="258" r:id="rId3"/>
    <p:sldId id="259" r:id="rId5"/>
    <p:sldId id="260" r:id="rId6"/>
    <p:sldId id="261" r:id="rId7"/>
    <p:sldId id="262" r:id="rId8"/>
    <p:sldId id="263" r:id="rId9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PropertyBag">
  <ax:ocxPr ax:name="_cx" ax:value="4000"/>
  <ax:ocxPr ax:name="Movie" ax:value="http://www.youtube.com/v/aqz-KE-bpKQ"/>
</ax:ocx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Relationship Id="rId2" Type="http://schemas.openxmlformats.org/officeDocument/2006/relationships/video" Target="../media/media7.mp4"/>
<Relationship Id="rId3" Type="http://schemas.microsoft.com/office/2007/relationships/media" Target="../media/media7.mp4"/>
</Relationships>
</file>

<file path=ppt/slideLayouts/slideLayout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sld>
</file>

<file path=ppt/slideLayouts/slideLayout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Background loop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/>
        <p:spPr/>
      </p:pic>
    </p:spTree>
  </p:cSld>
</p:sld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/Relationships>
</file>

<file path=ppt/slideMasters/slideMaster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sld>
</file>

<file path=ppt/slides/_rels/slide1.xml.rels><?xml version="1.0" encoding="UTF-8" standalone="yes"?>
<Relationships xmlns="http://schemas.openxmlformats.org/package/2006/relationships">
<Relationship Id="rId1" Type="http://schemas.microsoft.com/office/2007/relationships/media" Target="../media/media1.mp4"/>
<Relationship Id="rId2" Type="http://schemas.openxmlformats.org/officeDocument/2006/relationships/video" Target="../media/media1.mp4"/>
<Relationship Id="rId3" Type="http://schemas.microsoft.com/office/2007/relationships/media" Target="../media/media2.mp4"/>
<Relationship Id="rId4" Type="http://schemas.openxmlformats.org/officeDocument/2006/relationships/video" Target="../media/media2.mp4"/>
<Relationship Id="rIdL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2" Type="http://schemas.openxmlformats.org/officeDocument/2006/relationships/video" Target="https://www.youtube.com/embed/aqz-KE-bpKQ?feature=oembed" TargetMode="External"/>
<Relationship Id="rId3" Type="http://schemas.openxmlformats.org/officeDocument/2006/relationships/hyperlink" Target="https://vimeo.com/76979871" TargetMode="External"/>
<Relationship Id="rId4" Type="http://schemas.openxmlformats.org/officeDocument/2006/relationships/hyperlink" Target="https://example.com/about" TargetMode="External"/>
<Relationship Id="rIdL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microsoft.com/office/2007/relationships/media" Target="../media/media1.mp4"/>
<Relationship Id="rId2" Type="http://schemas.openxmlformats.org/officeDocument/2006/relationships/video" Target="../media/media1.mp4"/>
<Relationship Id="rIdL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2" Type="http://schemas.openxmlformats.org/officeDocument/2006/relationships/video" Target="file:///C:\Users\presenter\Videos\walkout.mp4" TargetMode="External"/>
<Relationship Id="rIdL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2" Type="http://schemas.openxmlformats.org/officeDocument/2006/relationships/video" Target="https://contoso.sharepoint.com/sites/comms/_layouts/15/stream.aspx?id=%2Fsites%2Fcomms%2FShared%20Documents%2Ftownhall.mp4" TargetMode="External"/>
<Relationship Id="rId3" Type="http://schemas.openxmlformats.org/officeDocument/2006/relationships/control" Target="../activeX/activeX1.xml"/>
<Relationship Id="rId4" Type="http://schemas.microsoft.com/office/2011/relationships/webextension" Target="../webextensions/webextension1.xml"/>
<Relationship Id="rIdL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microsoft.com/office/2007/relationships/media" Target="../media/media6.mp3"/>
<Relationship Id="rId2" Type="http://schemas.openxmlformats.org/officeDocument/2006/relationships/audio" Target="../media/media6.mp3"/>
<Relationship Id="rId3" Type="http://schemas.microsoft.com/office/2007/relationships/media" Target="../media/media5.wmv"/>
<Relationship Id="rId4" Type="http://schemas.openxmlformats.org/officeDocument/2006/relationships/video" Target="../media/media5.wmv"/>
<Relationship Id="rId5" Type="http://schemas.microsoft.com/office/2007/relationships/media" Target="../media/media3.mp4"/>
<Relationship Id="rId6" Type="http://schemas.openxmlformats.org/officeDocument/2006/relationships/video" Target="../media/media3.mp4"/>
<Relationship Id="rId7" Type="http://schemas.microsoft.com/office/2007/relationships/media" Target="../media/media4.mov"/>
<Relationship Id="rId8" Type="http://schemas.openxmlformats.org/officeDocument/2006/relationships/video" Target="../media/media4.mov"/>
<Relationship Id="rIdL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L" Type="http://schemas.openxmlformats.org/officeDocument/2006/relationships/slideLayout" Target="../slideLayouts/slideLayout2.xml"/>
</Relationships>
</file>

<file path=ppt/slides/_rels/slide8.xml.rels><?xml version="1.0" encoding="UTF-8" standalone="yes"?>
<Relationships xmlns="http://schemas.openxmlformats.org/package/2006/relationships">
<Relationship Id="rIdL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ntro again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/>
        <p:spPr/>
      </p:pic>
      <p:pic>
        <p:nvPicPr>
          <p:cNvPr id="5" name="Camera original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/>
        <p:spPr/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YouTube video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link="rId2"/>
              </p:ext>
              <p:ext uri="{C809E66F-F1BF-436E-B5F7-EEA9579F0CBA}">
                <p15:webVideoPr xmlns:p15="http://schemas.microsoft.com/office/powerpoint/2012/main" embeddedHtml="&lt;iframe width=&quot;560&quot; height=&quot;315&quot; src=&quot;https://www.youtube.com/embed/aqz-KE-bpKQ?feature=oembed&quot; frameborder=&quot;0&quot; allowfullscreen&gt;&lt;/iframe&gt;" h="315" w="560"/>
              </p:ext>
            </p:extLst>
          </p:nvPr>
        </p:nvPicPr>
        <p:blipFill/>
        <p:spPr/>
      </p:pic>
      <p:sp>
        <p:nvSpPr>
          <p:cNvPr id="5" name="Links"/>
          <p:cNvSpPr/>
          <p:nvPr/>
        </p:nvSpPr>
        <p:spPr/>
        <p:txBody>
          <a:bodyPr/>
          <a:p>
            <a:r>
              <a:rPr>
                <a:hlinkClick r:id="rId3"/>
              </a:rPr>
              <a:t>Watch on Vimeo</a:t>
            </a:r>
            <a:r>
              <a:rPr>
                <a:hlinkClick r:id="rId4"/>
              </a:rPr>
              <a:t>Our website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" name="Title 1"/>
          <p:cNvSpPr/>
          <p:nvPr>
            <p:ph type="title"/>
          </p:nvPr>
        </p:nvSpPr>
        <p:spPr/>
        <p:txBody>
          <a:bodyPr/>
          <a:p>
            <a:r>
              <a:t>Welcome &amp; intro</a:t>
            </a:r>
          </a:p>
        </p:txBody>
      </p:sp>
      <p:pic>
        <p:nvPicPr>
          <p:cNvPr id="4" name="Intro film.mp4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>
                  <p14:trim st="1500" end="250.5"/>
                </p14:media>
              </p:ext>
            </p:extLst>
          </p:nvPr>
        </p:nvPicPr>
        <p:blipFill/>
        <p:spPr/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childTnLst>
                        <p:par>
                          <p:cTn id="4" fill="hold">
                            <p:childTnLst>
                              <p:par>
                                <p:cTn id="5" presetID="1" presetClass="mediacall" presetSubtype="0" fill="hold" nodeType="afterEffect">
                                  <p:childTnLst>
                                    <p:cmd type="call" cmd="playFrom(0.0)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video fullScrn="1">
              <p:cMediaNode vol="50000" showWhenStopped="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4" name="Linked clip">
            <a:hlinkClick r:id="" action="ppaction://media"/>
          </p:cNvPr>
          <p:cNvPicPr/>
          <p:nvPr>
            <a:videoFile r:link="rId2"/>
          </p:nvPr>
        </p:nvPicPr>
        <p:blipFill/>
        <p:spPr/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Town hall">
            <a:hlinkClick r:id="" action="ppaction://media"/>
          </p:cNvPr>
          <p:cNvPicPr/>
          <p:nvPr>
            <a:videoFile r:link="rId2"/>
          </p:nvPr>
        </p:nvPicPr>
        <p:blipFill/>
        <p:spPr/>
      </p:pic>
      <p:graphicFrame>
        <p:nvGraphicFramePr>
          <p:cNvPr id="6" name="Web Viewer"/>
          <p:cNvGraphicFramePr/>
          <p:nvPr/>
        </p:nvGraphicFramePr>
        <p:xfrm/>
        <a:graphic>
          <a:graphicData uri="http://schemas.microsoft.com/office/webextensions/webextension/2010/11">
            <we:webextensionref xmlns:we="http://schemas.microsoft.com/office/webextensions/webextension/2010/11" r:id="rId4"/>
          </a:graphicData>
        </a:graphic>
      </p:graphicFrame>
      <p:controls>
        <p:control spid="7" name="ShockwaveFlash1" r:id="rId3" imgW="100" imgH="100"/>
      </p:controls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Walk-in music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/>
        <p:spPr/>
      </p:pic>
      <p:pic>
        <p:nvPicPr>
          <p:cNvPr id="5" name="Old WMV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/>
        <p:spPr/>
      </p:pic>
      <p:pic>
        <p:nvPicPr>
          <p:cNvPr id="6" name="HEVC export">
            <a:hlinkClick r:id="" action="ppaction://media"/>
          </p:cNvPr>
          <p:cNvPicPr/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/>
        <p:spPr/>
      </p:pic>
      <p:pic>
        <p:nvPicPr>
          <p:cNvPr id="7" name="ProRes master">
            <a:hlinkClick r:id="" action="ppaction://media"/>
          </p:cNvPr>
          <p:cNvPicPr/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/>
        <p:spPr/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" name="Title 1"/>
          <p:cNvSpPr/>
          <p:nvPr>
            <p:ph type="title"/>
          </p:nvPr>
        </p:nvSpPr>
        <p:spPr/>
        <p:txBody>
          <a:bodyPr/>
          <a:p>
            <a:r>
              <a:t>Section break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" name="Title 1"/>
          <p:cNvSpPr/>
          <p:nvPr>
            <p:ph type="title"/>
          </p:nvPr>
        </p:nvSpPr>
        <p:spPr/>
        <p:txBody>
          <a:bodyPr/>
          <a:p>
            <a:r>
              <a:t>Second section</a:t>
            </a:r>
          </a:p>
        </p:txBody>
      </p:sp>
    </p:spTree>
  </p:cSld>
</p:sld>
</file>

<file path=ppt/theme/theme1.xml><?xml version="1.0" encoding="utf-8"?>
<a:theme xmlns:a="http://schemas.openxmlformats.org/drawingml/2006/main" name="Test">
  <a:themeElements>
    <a:fontScheme name="Test">
      <a:majorFont>
        <a:latin typeface="Arial"/>
      </a:majorFont>
      <a:minorFont>
        <a:latin typeface="Arial"/>
      </a:minorFont>
    </a:fontScheme>
  </a:themeElements>
</a:theme>
</file>

<file path=ppt/webextensions/webextension1.xml><?xml version="1.0" encoding="utf-8"?>
<we:webextension xmlns:we="http://schemas.microsoft.com/office/webextensions/webextension/2010/11" id="{11111111-2222-3333-4444-555555555555}">
  <we:reference id="wa104295828" version="1.0.0.0" store="en-US" storeType="OMEX"/>
  <we:properties>
    <we:property name="url" value="&quot;https://player.vimeo.com/video/76979871&quot;"/>
  </we:properties>
</we:webextension>
</file>